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✦ REAL-TIME AI MOCK INTERVIEW 2.0 &amp; CAREER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SKILLNEXA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Next-Generation AI Practice Platform for Adaptive Technical &amp; Behavioral Hiring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996696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383280"/>
            <a:ext cx="31089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TEAM NAME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Bytecode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Innovative Tech Developers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383280"/>
            <a:ext cx="31089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DEVELOPED BY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Ankush Barnala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B.Tech (Information Technology)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383280"/>
            <a:ext cx="31089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INSTITUTION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DDU Gorakhpur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Deen Dayal Upadhyaya Gorakhpur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SKILLNEXA —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Statement: The Hiring &amp; Placement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01. Lack of Realistic Interview Practice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Students enter campus placements with zero real-time experience of adaptive technical follow-ups.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02. High Rejection in Technical &amp; Soft Skills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Candidates struggle with English verbal clarity, excessive filler words, and poor problem-solving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03. Static Quiz Limitation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practice portals use fixed multiple-choice questions instead of dynamic, conversational AI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04. Disconnect in Student Readiness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Universities lack automated proctored analytics to measure individual placement readiness and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SKILLNEXA —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Real-Time AI Interview Practice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🎤 Live MediaDevices System Check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Mandatory pre-interview checks for Camera, Microphone, Internet connection, and Browser Fullscreen mode.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Multi-Role &amp; Tech Stack Practice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Simulate Technical, Coding, DSA, HR, Behavioral, and Project interviews across 15+ tech stacks.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Dynamic Adaptive Questions &amp; Timer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AI generates follow-up questions tailored to previous student answers with auto-submitting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👁 Attention &amp; Anti-Cheat Guidance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Browser-based vision attention detection and tab switch logging with neutral non-accusatory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SKILLNEXA —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20-Feature Comprehensive AI Intelligence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Career &amp; Roadmap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Career Trajectory Predictor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Skill Coach &amp; Gap Analyzer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18-Stage DSA Roadmap Coach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Personalized Weekly Plan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Code &amp; Resume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Coding Debugger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AI Code Quality Reviewer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ATS Resume Score Optimizer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Project Advisor &amp;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Placement &amp; Insights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Placement Readiness Analyzer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Job Match Explainability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What-If Career Simulator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Skill Market Demand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Analytics &amp; Action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Student 360 Diagnostic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AI Action Center &amp; Tasks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Personalized Job Alerts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Learning Materials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SKILLNEXA —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Robust Full-Stack &amp; AI Microservice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 Application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Vite + React + TypeScript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Modern Dark UI theme (#070710), Lucide icons, Web Speech API, MediaDevices integration, and real-time response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 Express API</a:t>
            </a:r>
          </a:p>
          <a:p>
            <a:pPr>
              <a:defRPr sz="1300" b="1">
                <a:solidFill>
                  <a:srgbClr val="7C3AED"/>
                </a:solidFill>
              </a:defRPr>
            </a:pPr>
            <a:r>
              <a:t>Node.js + Express + TypeScript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JWT Authentication, mandatory OTP verification, MongoDB Mongoose ODM, and strict Server-Side RBAC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Microservice Engine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Python FastAPI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Sub-second AI scoring, dynamic interview question generation, response evaluation, and 18-stage DSA roadmap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SKILLNEXA —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Security &amp; Institutional RBAC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ROLE: STUDENT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Public registration with Gmail OTP verification. Access to Mock Interview, Portfolio, and AI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ROLE: COMPANY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Public registration creates PENDING status. Must be approved by Admin before job posting.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ROLE: FACULTY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Institutional request workflow with PENDING verification status until Admin/College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ROLE: INSTITUTION / HOD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Department analytics, student oversight, and HOD promotion assigned via Admin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ROLE: ADMIN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 public registration allowed. Secure provisioning endpoint to manage users, companies, and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3B82F6"/>
                </a:solidFill>
              </a:defRPr>
            </a:pPr>
            <a:r>
              <a:t>SkillNexa — Elevating Career Readiness with AI Intelligence</a:t>
            </a:r>
          </a:p>
          <a:p>
            <a:br/>
            <a:pPr algn="ctr">
              <a:defRPr sz="1600">
                <a:solidFill>
                  <a:srgbClr val="94A3B8"/>
                </a:solidFill>
              </a:defRPr>
            </a:pPr>
            <a:r>
              <a:t>Team Bytecode | DDU Gorakhpur</a:t>
            </a:r>
            <a:br/>
            <a:r>
              <a:t>Ankush Barnala (B.Tech 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